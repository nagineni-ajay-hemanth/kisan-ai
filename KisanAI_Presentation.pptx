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KisanAI (FarmX)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Farmers with Cyber-Physical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Government Institute of Electronics</a:t>
            </a:r>
          </a:p>
          <a:p>
            <a:r>
              <a:t>Department: Cyber Physical System and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Contributors:</a:t>
            </a:r>
          </a:p>
          <a:p>
            <a:pPr/>
            <a:r>
              <a:t>1. B. Sreehitha</a:t>
            </a:r>
          </a:p>
          <a:p>
            <a:pPr/>
            <a:r>
              <a:t>2. N. Ajay Hemanth</a:t>
            </a:r>
          </a:p>
          <a:p>
            <a:pPr/>
            <a:r>
              <a:t>3. D. Hansika</a:t>
            </a:r>
          </a:p>
          <a:p>
            <a:pPr/>
            <a:r>
              <a:t>4. A. Ruchitha</a:t>
            </a:r>
          </a:p>
          <a:p>
            <a:pPr/>
            <a:r>
              <a:t>5. S. Bhagya Sree</a:t>
            </a:r>
          </a:p>
          <a:p>
            <a:pPr/>
            <a:r>
              <a:t>6. Ch. Sugreshwar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Agriculture faces critical modern challenges:</a:t>
            </a:r>
          </a:p>
          <a:p>
            <a:pPr/>
            <a:r>
              <a:t>1. Late Disease Identification: Causes 20-30% yield loss globally.</a:t>
            </a:r>
          </a:p>
          <a:p>
            <a:pPr/>
            <a:r>
              <a:t>2. Knowledge Gap: Farmers lack access to scientific advice.</a:t>
            </a:r>
          </a:p>
          <a:p>
            <a:pPr/>
            <a:r>
              <a:t>3. Climate Uncertainty: Unpredictable weather disrupts planning.</a:t>
            </a:r>
          </a:p>
          <a:p>
            <a:pPr/>
            <a:r>
              <a:t>4. Soil Degradation: Improper fertilizer usage harms long-term fertility.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”To bridge the gap between advanced technology and the Indian farmer.”</a:t>
            </a:r>
          </a:p>
          <a:p>
            <a:pPr/>
          </a:p>
          <a:p>
            <a:pPr/>
            <a:r>
              <a:t>We envision a future where:</a:t>
            </a:r>
          </a:p>
          <a:p>
            <a:pPr/>
            <a:r>
              <a:t>- Every farmer has an expert agronomist in their pocket.</a:t>
            </a:r>
          </a:p>
          <a:p>
            <a:pPr/>
            <a:r>
              <a:t>- Decisions are data-driven, not just intuition-based.</a:t>
            </a:r>
          </a:p>
          <a:p>
            <a:pPr/>
            <a:r>
              <a:t>- Technology ensures sustainability and profitability.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KisanAI? (Comparison)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Methods / Generic Apps:</a:t>
            </a:r>
          </a:p>
          <a:p>
            <a:pPr/>
            <a:r>
              <a:t>- Offer static, generalized advice.</a:t>
            </a:r>
          </a:p>
          <a:p>
            <a:pPr/>
            <a:r>
              <a:t>- Require manual data entry.</a:t>
            </a:r>
          </a:p>
          <a:p>
            <a:pPr/>
            <a:r>
              <a:t>- No direct disease diagnosis capability.</a:t>
            </a:r>
          </a:p>
          <a:p>
            <a:pPr/>
          </a:p>
          <a:p>
            <a:pPr/>
            <a:r>
              <a:t>KisanAI Advantage:</a:t>
            </a:r>
          </a:p>
          <a:p>
            <a:pPr/>
            <a:r>
              <a:t>- Hyper-Localized: Considers specific soil &amp; weather.</a:t>
            </a:r>
          </a:p>
          <a:p>
            <a:pPr/>
            <a:r>
              <a:t>- AI-Driven: Uses Computer Vision for diagnosis.</a:t>
            </a:r>
          </a:p>
          <a:p>
            <a:pPr/>
            <a:r>
              <a:t>- Generative: Creates custom advice using LLMs (Gemini).</a:t>
            </a:r>
          </a:p>
          <a:p>
            <a:pPr/>
            <a:r>
              <a:t>- Holistic: One platform for Disease, Weather, and Market.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KisanAI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platform integrating multiple technologies:</a:t>
            </a:r>
          </a:p>
          <a:p>
            <a:pPr/>
            <a:r>
              <a:t>1. Visual Sening: For disease and soil analysis.</a:t>
            </a:r>
          </a:p>
          <a:p>
            <a:pPr/>
            <a:r>
              <a:t>2. GenAI Intelligence: For reasoning and advisory.</a:t>
            </a:r>
          </a:p>
          <a:p>
            <a:pPr/>
            <a:r>
              <a:t>3. Real-time Data: Weather and Market APIs.</a:t>
            </a:r>
          </a:p>
          <a:p>
            <a:pPr/>
            <a:r>
              <a:t>4. Accessible Interface: Designed for simplicity.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Feature: AI Disease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Visual diagnosis is difficult and error-prone.</a:t>
            </a:r>
          </a:p>
          <a:p>
            <a:pPr/>
            <a:r>
              <a:t>Solution: Deep Learning (CNN) powered image analysis.</a:t>
            </a:r>
          </a:p>
          <a:p>
            <a:pPr/>
            <a:r>
              <a:t>Tech: PyTorch Model (EfficientNet/ResNet).</a:t>
            </a:r>
          </a:p>
          <a:p>
            <a:pPr/>
            <a:r>
              <a:t>Workflow: Snap Photo -&gt; Upload -&gt; Instant Diagnosis -&gt; Cure.</a:t>
            </a:r>
          </a:p>
          <a:p>
            <a:pPr/>
            <a:r>
              <a:t>Result: Early detection prevents spread.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Feature: Smart Advisory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Google Gemini 2.5 Flash.</a:t>
            </a:r>
          </a:p>
          <a:p>
            <a:pPr/>
            <a:r>
              <a:t>Not a chatbot, but a 'Reasoning Engine'.</a:t>
            </a:r>
          </a:p>
          <a:p>
            <a:pPr/>
            <a:r>
              <a:t>Context-Aware: Analyzes Weather + Soil + Disease inputs together.</a:t>
            </a:r>
          </a:p>
          <a:p>
            <a:pPr/>
            <a:r>
              <a:t>Output: Actionable plans for Watering, Fertilizers, and Care.</a:t>
            </a:r>
          </a:p>
          <a:p>
            <a:pPr/>
            <a:r>
              <a:t>Safety: Includes fallback logic for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Feature: Soil &amp; Fertilizer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Soil Classification: Automated via image analysis.</a:t>
            </a:r>
          </a:p>
          <a:p>
            <a:pPr/>
            <a:r>
              <a:t>Nutrient Management: Recommends NPK based on soil type.</a:t>
            </a:r>
          </a:p>
          <a:p>
            <a:pPr/>
            <a:r>
              <a:t>Sustainability: Prevents over-fertilization.</a:t>
            </a:r>
          </a:p>
          <a:p>
            <a:pPr/>
            <a:r>
              <a:t>Specifics: Tailors advice for crops (e.g., Nitrogen for Leafy crops).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Feature: Weather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hyper-local weather tracking.</a:t>
            </a:r>
          </a:p>
          <a:p>
            <a:pPr/>
            <a:r>
              <a:t>Crucial for day-to-day farming decisions.</a:t>
            </a:r>
          </a:p>
          <a:p>
            <a:pPr/>
            <a:r>
              <a:t>Integration: Directly influences the AI Advisory output.</a:t>
            </a:r>
          </a:p>
          <a:p>
            <a:pPr/>
            <a:r>
              <a:t>Example: 'Rain predicted? -&gt; Skip watering today.'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Community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Economic Security: Access to Mandi prices (Market).</a:t>
            </a:r>
          </a:p>
          <a:p>
            <a:pPr/>
            <a:r>
              <a:t>Financial Aid: Information on Government Schemes.</a:t>
            </a:r>
          </a:p>
          <a:p>
            <a:pPr/>
            <a:r>
              <a:t>Crop Protection: Database of safe pesticides and biological controls.</a:t>
            </a:r>
          </a:p>
          <a:p>
            <a:pPr/>
            <a:r>
              <a:t>Goal: Protecting the farmer's wallet as well as their crop.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HTML5, Vanilla CSS, JavaScript.</a:t>
            </a:r>
          </a:p>
          <a:p>
            <a:pPr/>
            <a:r>
              <a:t>Backend: FastAPI (Python) - High performance Async.</a:t>
            </a:r>
          </a:p>
          <a:p>
            <a:pPr/>
            <a:r>
              <a:t>AI/ML: PyTorch (Vision) + Google GenAI (LLM).</a:t>
            </a:r>
          </a:p>
          <a:p>
            <a:pPr/>
            <a:r>
              <a:t>Database: SQLite (Efficient structured storage).</a:t>
            </a:r>
          </a:p>
          <a:p>
            <a:pPr/>
            <a:r>
              <a:t>Deployment: Docker / Cloud-ready.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[User] &lt;-&gt; [Frontend UI]</a:t>
            </a:r>
          </a:p>
          <a:p>
            <a:pPr/>
            <a:r>
              <a:t>       |REST API</a:t>
            </a:r>
          </a:p>
          <a:p>
            <a:pPr/>
            <a:r>
              <a:t>       v</a:t>
            </a:r>
          </a:p>
          <a:p>
            <a:pPr/>
            <a:r>
              <a:t>[FastAPI Backend]</a:t>
            </a:r>
          </a:p>
          <a:p>
            <a:pPr/>
            <a:r>
              <a:t>   /      |       \</a:t>
            </a:r>
          </a:p>
          <a:p>
            <a:pPr/>
            <a:r>
              <a:t>[PyTorch] [SQLite] [Gemini API]</a:t>
            </a:r>
          </a:p>
          <a:p>
            <a:pPr/>
            <a:r>
              <a:t>   (Vision)  (Data)   (Reasoning)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&amp; 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Social: Democratizing access to expert knowledge.</a:t>
            </a:r>
          </a:p>
          <a:p>
            <a:pPr/>
            <a:r>
              <a:t>Economic: Reducing crop loss = Higher income.</a:t>
            </a:r>
          </a:p>
          <a:p>
            <a:pPr/>
            <a:r>
              <a:t>Environmental: Precise resource usage (Water/Fertilizer).</a:t>
            </a:r>
          </a:p>
          <a:p>
            <a:pPr/>
            <a:r>
              <a:t>Educational: Teaching best practices through technology.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Vernacular Voice Support: Talking to the app in local dialects.</a:t>
            </a:r>
          </a:p>
          <a:p>
            <a:pPr/>
            <a:r>
              <a:t>2. Offline Mode: AI inference on the edge (mobile device).</a:t>
            </a:r>
          </a:p>
          <a:p>
            <a:pPr/>
            <a:r>
              <a:t>3. IoT Integration: Connecting with smart moisture sensors.</a:t>
            </a:r>
          </a:p>
          <a:p>
            <a:pPr/>
            <a:r>
              <a:t>4. Drone Integration: Aerial field analysis.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KisanAI is a step towards Cyber-Physical Systems in Agriculture.</a:t>
            </a:r>
          </a:p>
          <a:p>
            <a:pPr/>
            <a:r>
              <a:t>We combine Sensing, Computing, and Control (Advisory).</a:t>
            </a:r>
          </a:p>
          <a:p>
            <a:pPr/>
            <a:r>
              <a:t>Produced by the students of Government Institute of Electronics.</a:t>
            </a:r>
          </a:p>
          <a:p>
            <a:pP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